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9375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purthirkatoker-cloud/agentic-code-intelligence/tree/feature/demo-fix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purthirkatoker-cloud/agentic-code-intelligence/tree/feature/demo-fix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9379" y="186771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PRISM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79379" y="6629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79379" y="124587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84402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3rd Edition  ·  2026 – 27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22579" y="2317250"/>
            <a:ext cx="2743200" cy="27432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79379" y="248789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Agentic Code Intelligence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79379" y="2792373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</a:t>
            </a:r>
            <a:r>
              <a:rPr lang="en-US" sz="130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NeuralForge  </a:t>
            </a: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 Project: CodeLens AI – Agentic Code Intelligence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9379" y="3108863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/>
              </a:rPr>
              <a:t>https://github.com/spurthirkatoker-cloud/agentic-code-intelligence/tree/feature/demo-fix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8783" y="3316677"/>
            <a:ext cx="8229600" cy="12942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College: Vellore Institute of Technology 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Members: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Spurthi R </a:t>
            </a:r>
            <a:r>
              <a:rPr lang="en-US" sz="110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Katoker</a:t>
            </a: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23MID0302     -     spurthi.rkatoker2023@vitstudent.ac.in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S Sree Samikthaa 23MID0154 -     sreesamikthaa.rs2023@vitstudent.ac.in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Zaheer SK 23MID0195                 -     zaheer.sk2023@vitstudent.ac.in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Bharath Rajiv R23MIC0018          -     bharathrajiv.r2023@vitstudent.ac.in</a:t>
            </a:r>
          </a:p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– Agentic Code Intelligence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371600" cy="36576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Problem: Code Retrieval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a library of code and a natural-language query, provide a ranking of the code snippets in order of their relevance to the query.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1463040"/>
          </a:xfrm>
          <a:prstGeom prst="round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Query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"How is the input preprocessed before going to the main function?"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Ranking: Code#1 (normalize/trim)  &gt;  Code#2 (locale check)  &gt;  Code#3 (perf wrapper)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97180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Thousands of snippets, varying lengths — cannot be solved in a single pass.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4747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 Goals (Priority Order)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840480"/>
            <a:ext cx="2743200" cy="822960"/>
          </a:xfrm>
          <a:prstGeom prst="round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02920" y="39319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41605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Accuracy – NDCG@10 &amp; MRR on CoIR AppsRetrieval test set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3840480"/>
            <a:ext cx="2743200" cy="822960"/>
          </a:xfrm>
          <a:prstGeom prst="round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383280" y="39319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41605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across versions – Rebuild indexes for any commit in reasonable time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3840480"/>
            <a:ext cx="2743200" cy="822960"/>
          </a:xfrm>
          <a:prstGeom prst="round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263640" y="39319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41605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Evolutionary Retrieval – Retrieve across all historical versions of snippets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PRISM Generative AI Hackathon  |  CodeLens AI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Solutions &amp; Gaps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371600" cy="36576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777240"/>
          </a:xfrm>
          <a:prstGeom prst="round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73152" cy="77724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100584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Embeddings Alone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2801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 exact keyword matches and structural intent; struggle with code-specific vocabulary and identifier names.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783080"/>
            <a:ext cx="8412480" cy="777240"/>
          </a:xfrm>
          <a:prstGeom prst="round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65760" y="1783080"/>
            <a:ext cx="73152" cy="77724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187452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 / Lexical Only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1488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on semantic paraphrases and natural-language descriptions of functionality.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651760"/>
            <a:ext cx="8412480" cy="777240"/>
          </a:xfrm>
          <a:prstGeom prst="round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65760" y="2651760"/>
            <a:ext cx="73152" cy="77724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0080" y="274320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Single-Pass LLM Ranking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0175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window limits + latency make it unsuitable for thousands of candidates; too slow for retrieval stage.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520440"/>
            <a:ext cx="8412480" cy="777240"/>
          </a:xfrm>
          <a:prstGeom prst="round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65760" y="3520440"/>
            <a:ext cx="73152" cy="77724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40080" y="361188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Indexes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38862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Codebases evolve continuously; most systems lack version-aware isolation and fast re-indexing.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PRISM Generative AI Hackathon  |  CodeLens AI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 &amp;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371600" cy="36576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Multi-Modal Retrieval Pipeline with Precision Reranking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1371600" cy="1554480"/>
          </a:xfrm>
          <a:prstGeom prst="round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1463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" y="19659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Prep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" y="228600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Synonym expansion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Stopword removal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parsing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37360" y="1280160"/>
            <a:ext cx="1371600" cy="1554480"/>
          </a:xfrm>
          <a:prstGeom prst="round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94560" y="141732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194560" y="1463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10512" y="19659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10512" y="228600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all-MiniLM-L6-v2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 Top-50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0" y="1280160"/>
            <a:ext cx="1371600" cy="1554480"/>
          </a:xfrm>
          <a:prstGeom prst="round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657600" y="141732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657600" y="1463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73552" y="19659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Lexical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73552" y="228600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 keyword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Top-50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1280160"/>
            <a:ext cx="1371600" cy="1554480"/>
          </a:xfrm>
          <a:prstGeom prst="round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120640" y="141732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120640" y="1463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36592" y="19659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36592" y="228600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Tree-sitter AST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Top-50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26480" y="1280160"/>
            <a:ext cx="1371600" cy="1554480"/>
          </a:xfrm>
          <a:prstGeom prst="round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583680" y="141732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583680" y="1463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199632" y="19659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RRF Fusion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99632" y="228600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Reciprocal Rank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 → Top-30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589520" y="1280160"/>
            <a:ext cx="1371600" cy="1554480"/>
          </a:xfrm>
          <a:prstGeom prst="round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046720" y="141732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046720" y="1463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662672" y="19659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Rerank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662672" y="228600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Cross-Encoder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Top-10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5760" y="30175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Design Decisions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65760" y="33832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CPU-First: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828800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all-MiniLM-L6-v2 + FAISS-CPU; Cross-Encoder limited to Top-30 for sub-second latency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663440" y="33832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Isolation: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26480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MetadataStore + VersionedIndexManager keyed by Git commit hash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5760" y="40233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Signals: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828800" y="40233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(semantic) + BM25 (lexical) + Structural (AST) fused via RRF (k=60)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663440" y="40233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Code-Aware: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126480" y="40233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Tree-sitter representations + custom code representation builder for better ranking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PRISM Generative AI Hackathon  |  CodeLens AI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&amp; Product Walkthrough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371600" cy="36576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Streamlit UI + CLI Retrieval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023360" cy="3200400"/>
          </a:xfrm>
          <a:prstGeom prst="round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Demo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app/app.py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Natural-language query input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Parallel multi-retriever execution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Real-time latency display (ms)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0632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Expandable Top-10 results with scores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383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Code signature + full snippet view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703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Version-aware index auto-loading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1280160"/>
            <a:ext cx="4023360" cy="3200400"/>
          </a:xfrm>
          <a:prstGeom prst="round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84632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&amp; Indexing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1828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a repo: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057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src.indexing.builder /path/to/repo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2468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26974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src.cli "how to calculate gradient loss"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3108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switch: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3337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v1.2.0  →  auto-loads isolated index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3749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MTEB Evaluation: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3977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evaluation/mteb_eval.py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PRISM Generative AI Hackathon  |  CodeLens AI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and Tech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371600" cy="36576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788920" cy="1645920"/>
          </a:xfrm>
          <a:prstGeom prst="round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2788920" cy="73152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 &amp; Dense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Sentence-Transformers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7556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all-MiniLM-L6-v2 (384-dim)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04825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FAISS-CPU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960120"/>
            <a:ext cx="2788920" cy="1645920"/>
          </a:xfrm>
          <a:prstGeom prst="round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246120" y="960120"/>
            <a:ext cx="2788920" cy="73152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383280" y="11430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Lexical &amp; Structural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1463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rank-bm25 (BM25)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17556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Tree-sitter + Python binding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29000" y="204825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Custom AST representation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960120"/>
            <a:ext cx="2788920" cy="1645920"/>
          </a:xfrm>
          <a:prstGeom prst="round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172200" y="960120"/>
            <a:ext cx="2788920" cy="73152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309360" y="11430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 &amp; Reranking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5080" y="1463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Reciprocal Rank Fusion (k=60)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55080" y="17556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Cross-Encoder re-ranker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5080" y="204825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Top-50 → Top-30 → Top-10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2788920"/>
            <a:ext cx="2788920" cy="1645920"/>
          </a:xfrm>
          <a:prstGeom prst="round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20040" y="2788920"/>
            <a:ext cx="2788920" cy="73152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57200" y="29718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&amp; Versioning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3291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SQLite MetadataStore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35844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VersionedIndexManager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387705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Git commit-hash isolation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46120" y="2788920"/>
            <a:ext cx="2788920" cy="1645920"/>
          </a:xfrm>
          <a:prstGeom prst="round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246120" y="2788920"/>
            <a:ext cx="2788920" cy="73152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383280" y="29718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429000" y="3291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MTEB library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429000" y="35844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CoIR AppsRetrieval task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429000" y="387705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NDCG@10 / MRR metrics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72200" y="2788920"/>
            <a:ext cx="2788920" cy="1645920"/>
          </a:xfrm>
          <a:prstGeom prst="round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172200" y="2788920"/>
            <a:ext cx="2788920" cy="73152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309360" y="29718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&amp; Runtime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355080" y="3291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Streamlit interactive UI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55080" y="35844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CLI entry points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55080" y="387705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Pure CPU (no GPU required)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PRISM Generative AI Hackathon  |  CodeLens AI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Use Cases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371600" cy="36576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Foundational retrieval layer for any code-aware AI agent or developer tool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2788920" cy="1417320"/>
          </a:xfrm>
          <a:prstGeom prst="round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65760" cy="36576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463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Localization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Natural-language bug reports → ranked relevant functions and call sites for faster root-cause analysis.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280160"/>
            <a:ext cx="2788920" cy="1417320"/>
          </a:xfrm>
          <a:prstGeom prst="round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383280" y="1417320"/>
            <a:ext cx="365760" cy="36576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383280" y="1463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0" y="1463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Implementation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19202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“where is authentication handled?” → immediately surface the correct modules and helpers.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1280160"/>
            <a:ext cx="2788920" cy="1417320"/>
          </a:xfrm>
          <a:prstGeom prst="round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309360" y="1417320"/>
            <a:ext cx="365760" cy="36576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309360" y="1463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66560" y="1463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Codebase Onboarding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19202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engineers ask questions in plain English and receive the most relevant code snippets instantly.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2880360"/>
            <a:ext cx="2788920" cy="1417320"/>
          </a:xfrm>
          <a:prstGeom prst="round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57200" y="3017520"/>
            <a:ext cx="365760" cy="36576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57200" y="3063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3063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for Code Agents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35204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High-precision retrieval stage that feeds only the best context into downstream LLM generation.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46120" y="2880360"/>
            <a:ext cx="2788920" cy="1417320"/>
          </a:xfrm>
          <a:prstGeom prst="round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3383280" y="3017520"/>
            <a:ext cx="365760" cy="36576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383280" y="3063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840480" y="3063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Cross-Version Analysis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383280" y="35204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how a function evolved across commits; support evolutionary debugging and migration.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72200" y="2880360"/>
            <a:ext cx="2788920" cy="1417320"/>
          </a:xfrm>
          <a:prstGeom prst="round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309360" y="3017520"/>
            <a:ext cx="365760" cy="36576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309360" y="3063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66560" y="3063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/ Review Assist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09360" y="35204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similar past changes or tests when reviewing a PR, improving review quality and speed.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PRISM Generative AI Hackathon  |  CodeLens AI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Highlights, Results &amp; Limitations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371600" cy="36576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188720"/>
          </a:xfrm>
          <a:prstGeom prst="round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 Evaluation Results (CoIR AppsRetrieval – Test Split)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NDCG@10  =  0.05499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88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MRR@10  =  0.04259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MTEB AppsRetrieval evaluation  ·  results in appsretrieval_results.json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2860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Highlights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651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True multi-modal retrieval (Dense + BM25 + AST)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9718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Version-isolated indexes with Git commit binding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291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CPU-only design with sub-second query latency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611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Cross-Encoder precision stage on fused candidates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9319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Ready-to-use Streamlit + CLI + MTEB integration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22860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&amp; Headroom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2651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Current NDCG/MRR leave significant room to grow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9718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Cross-Encoder still relatively heavy on pure CPU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3291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Structural retrieval language coverage limited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611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Query expansion is rule-based (not learned)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9319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No evolutionary cross-version ranking yet (Bonus)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PRISM Generative AI Hackathon  |  CodeLens AI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What’s Next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371600" cy="36576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788920" cy="3474720"/>
          </a:xfrm>
          <a:prstGeom prst="round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2788920" cy="45720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Improve embedding model (code-specialized checkpoints)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Learned query expansion / multi-query generation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971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Better structural features and language coverage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6118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Hyper-parameter tuning of RRF k and top-k values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005840"/>
            <a:ext cx="2788920" cy="3474720"/>
          </a:xfrm>
          <a:prstGeom prst="round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246120" y="1005840"/>
            <a:ext cx="2788920" cy="45720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246120" y="109728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Medium-term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1691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Evolutionary retrieval across commit history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23317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Incremental index updates (no full rebuild)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9000" y="2971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Hybrid dense + sparse learned fusion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29000" y="36118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Latency-optimized distilled Cross-Encoder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1005840"/>
            <a:ext cx="2788920" cy="3474720"/>
          </a:xfrm>
          <a:prstGeom prst="round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172200" y="1005840"/>
            <a:ext cx="2788920" cy="45720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172200" y="109728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55080" y="1691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Agentic multi-hop retrieval (query → refine → retrieve)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55080" y="23317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Integration as MCP / tool for coding agents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55080" y="2971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Fine-tuned code retrieval models on CoIR-scale data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55080" y="36118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Production-grade multi-repo, multi-language support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PRISM Generative AI Hackathon  |  CodeLens AI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Differentiation – Brownie Points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371600" cy="36576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566928"/>
          </a:xfrm>
          <a:prstGeom prst="roundRect">
            <a:avLst/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73152" cy="566928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Hybrid Retrieval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14300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dense or just BM25 — three complementary signals (semantic, lexical, structural) fused intelligently via RRF before precision reranking.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508760"/>
            <a:ext cx="8412480" cy="566928"/>
          </a:xfrm>
          <a:prstGeom prst="roundRect">
            <a:avLst/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65760" y="1508760"/>
            <a:ext cx="73152" cy="566928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1554480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Version-Aware by Design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178308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index is commit-isolated. Switch Git branch/commit and the correct FAISS + BM25 + structural indexes load automatically. Ready for P1.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148840"/>
            <a:ext cx="8412480" cy="566928"/>
          </a:xfrm>
          <a:prstGeom prst="roundRect">
            <a:avLst/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65760" y="2148840"/>
            <a:ext cx="73152" cy="566928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0080" y="2194560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CPU-Only &amp; Fast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242316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GPU required. Lightweight MiniLM embeddings + limited Cross-Encoder window deliver practical latency on commodity hardware.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788920"/>
            <a:ext cx="8412480" cy="566928"/>
          </a:xfrm>
          <a:prstGeom prst="roundRect">
            <a:avLst/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65760" y="2788920"/>
            <a:ext cx="73152" cy="566928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40080" y="2834640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Reproducible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06324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MTEB integration, official AppsRetrieval results JSON, Streamlit demo, CLI, and clear README — judges can run everything.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429000"/>
            <a:ext cx="8412480" cy="566928"/>
          </a:xfrm>
          <a:prstGeom prst="roundRect">
            <a:avLst/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65760" y="3429000"/>
            <a:ext cx="73152" cy="566928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40080" y="3474720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Code-Structure Awareness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370332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Tree-sitter AST extraction + custom representation builder give structural signal that pure text embedders miss.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069080"/>
            <a:ext cx="8412480" cy="566928"/>
          </a:xfrm>
          <a:prstGeom prst="roundRect">
            <a:avLst/>
          </a:prstGeom>
          <a:solidFill>
            <a:srgbClr val="FFFFFF"/>
          </a:solidFill>
          <a:ln/>
          <a:effectLst>
            <a:outerShdw blurRad="25400" dist="127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65760" y="4069080"/>
            <a:ext cx="73152" cy="566928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40080" y="4114800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Agent-Ready Architecture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434340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SearchService / RetrievalPipeline APIs designed to be plugged into larger agentic code-intelligence systems.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PRISM Generative AI Hackathon  |  CodeLens AI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– Updated on Public GitHub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371600" cy="36576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36576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12080" y="1051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92240" y="1051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841248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15270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prototype code — public GitHub repo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12080" y="15270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0" y="152704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feature/demo-fix branch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920240"/>
            <a:ext cx="8412480" cy="5029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02920" y="20299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 with reproducible setup instructions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12080" y="20299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20299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install, index, CLI, Streamlit, MTEB steps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423160"/>
            <a:ext cx="841248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02920" y="25328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video, max 5 minutes (YouTube / Drive)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12080" y="25328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25328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query → results + latency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926080"/>
            <a:ext cx="8412480" cy="5029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02920" y="30358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file (PPT / PDF)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12080" y="30358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2240" y="303580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deck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429000"/>
            <a:ext cx="841248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02920" y="35387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appsretrieval_results.json (MTEB output)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12080" y="35387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35387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Uploaded / in repo root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931920"/>
            <a:ext cx="8412480" cy="5029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02920" y="40416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Release with artifacts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12080" y="40416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92240" y="404164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+ any model caches if needed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PRISM Generative AI Hackathon  |  CodeLens AI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0" y="2103120"/>
            <a:ext cx="1828800" cy="36576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CodeLens AI  ·  Agentic Code Intelligence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</a:t>
            </a: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/>
              </a:rPr>
              <a:t>https://github.com/spurthirkatoker-cloud/agentic-code-intelligence/tree/feature/demo-fix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Organised by the Language AI Team and the PRISM Team,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R&amp;D Institute India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1403</Words>
  <Application>Microsoft Office PowerPoint</Application>
  <PresentationFormat>On-screen Show (16:9)</PresentationFormat>
  <Paragraphs>241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CodeLens AI - Agentic Code Intelligence | Samsung PRISM Hackathon</dc:title>
  <dc:subject>Samsung PRISM Generative AI Hackathon 3rd Edition Submission</dc:subject>
  <dc:creator>CodeLens AI Team</dc:creator>
  <cp:lastModifiedBy>Hariprasath R</cp:lastModifiedBy>
  <cp:revision>4</cp:revision>
  <dcterms:created xsi:type="dcterms:W3CDTF">2026-09-30T15:40:44Z</dcterms:created>
  <dcterms:modified xsi:type="dcterms:W3CDTF">2026-09-30T16:24:34Z</dcterms:modified>
</cp:coreProperties>
</file>